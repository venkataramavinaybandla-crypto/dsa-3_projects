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055864" y="4070909"/>
            <a:ext cx="1920240" cy="309067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76104" y="4070909"/>
            <a:ext cx="1536192" cy="784555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55864" y="4379976"/>
            <a:ext cx="768096" cy="950976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5330952"/>
            <a:ext cx="1728216" cy="356616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76104" y="4070909"/>
            <a:ext cx="576072" cy="1616659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7888" y="5330952"/>
            <a:ext cx="576072" cy="950976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8128" y="5687568"/>
            <a:ext cx="384048" cy="713232"/>
          </a:xfrm>
          <a:prstGeom prst="line">
            <a:avLst/>
          </a:prstGeom>
          <a:noFill/>
          <a:ln w="9525">
            <a:solidFill>
              <a:srgbClr val="3B4B8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87284" y="4311396"/>
            <a:ext cx="137160" cy="13716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30384" y="4025189"/>
            <a:ext cx="91440" cy="9144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66576" y="4809744"/>
            <a:ext cx="91440" cy="9144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55380" y="5262372"/>
            <a:ext cx="137160" cy="13716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06456" y="5641848"/>
            <a:ext cx="91440" cy="9144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2168" y="6236208"/>
            <a:ext cx="91440" cy="9144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6332220"/>
            <a:ext cx="137160" cy="137160"/>
          </a:xfrm>
          <a:prstGeom prst="ellipse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512064" y="365760"/>
            <a:ext cx="731520" cy="18288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584" y="365760"/>
            <a:ext cx="438912" cy="45720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548640"/>
            <a:ext cx="292608" cy="64008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48006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97864" y="32004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36776" y="77724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" y="112014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14884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ANALYSIS SYSTEM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41248" y="29718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 Structures-Driven Approach to Tracking Academic Citations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" y="3520440"/>
            <a:ext cx="23774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88620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Course: 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DSA-3  (25CS2103E)   |   Section 07   |   Team 20
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S. Madhavi
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
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Bandla Vinay  —  2520030437
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Sashank  —  2520030454
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Ganesh  —  2520030252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10138410" y="333756"/>
            <a:ext cx="800100" cy="8915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510" y="333756"/>
            <a:ext cx="640080" cy="22631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8410" y="422910"/>
            <a:ext cx="32004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8450" y="697230"/>
            <a:ext cx="720090" cy="10287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38510" y="333756"/>
            <a:ext cx="240030" cy="46634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8420" y="697230"/>
            <a:ext cx="24003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800100"/>
            <a:ext cx="160020" cy="20574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69830" y="35433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92790" y="288036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32870" y="51435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89870" y="62865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32820" y="75438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72700" y="92583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49940" y="93726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234440"/>
            <a:ext cx="10911535" cy="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737360"/>
            <a:ext cx="98142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Papers are modeled as vertices and citations as directed edges, forming a citation graph.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traversal (BFS/DFS) is used to discover citation relationships and paths between papers.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hashing enables fast lookup and search of papers by title or author.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surface influential, highly-cited papers and reveal citation trends across the graph.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Analysis System  |  DSA-3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10138410" y="333756"/>
            <a:ext cx="800100" cy="8915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510" y="333756"/>
            <a:ext cx="640080" cy="22631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8410" y="422910"/>
            <a:ext cx="32004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8450" y="697230"/>
            <a:ext cx="720090" cy="10287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38510" y="333756"/>
            <a:ext cx="240030" cy="46634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8420" y="697230"/>
            <a:ext cx="24003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800100"/>
            <a:ext cx="160020" cy="20574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69830" y="35433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92790" y="288036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32870" y="51435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89870" y="62865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32820" y="75438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72700" y="92583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49940" y="93726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234440"/>
            <a:ext cx="10911535" cy="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737360"/>
            <a:ext cx="10545775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1874520"/>
            <a:ext cx="999713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 lack a systematic, data-structure-driven way to track citation relationships, identify influential papers, or analyze citation flow — most tracking today is manual or scattered across siloed databases.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98142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matters because it slows research discovery, causes redundant work, and lets seminal papers go unnoticed amid scattered citation data.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Analysis System  |  DSA-3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10138410" y="333756"/>
            <a:ext cx="800100" cy="8915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510" y="333756"/>
            <a:ext cx="640080" cy="22631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8410" y="422910"/>
            <a:ext cx="32004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8450" y="697230"/>
            <a:ext cx="720090" cy="10287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38510" y="333756"/>
            <a:ext cx="240030" cy="46634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8420" y="697230"/>
            <a:ext cx="24003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800100"/>
            <a:ext cx="160020" cy="20574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69830" y="35433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92790" y="288036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32870" y="51435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89870" y="62865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32820" y="75438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72700" y="92583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49940" y="93726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234440"/>
            <a:ext cx="10911535" cy="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73736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papers and record directed citation edges between them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papers via hashing, with fuzzy / edit-distance matching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and sort papers by citation count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Traverse citation relationships using BFS / DFS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citation flow between authors or clusters via max-flow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reports on trends, top authors, and popular papers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080760" y="1783080"/>
            <a:ext cx="0" cy="210312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Analysis System  |  DSA-3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10138410" y="333756"/>
            <a:ext cx="800100" cy="8915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510" y="333756"/>
            <a:ext cx="640080" cy="22631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8410" y="422910"/>
            <a:ext cx="32004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8450" y="697230"/>
            <a:ext cx="720090" cy="10287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38510" y="333756"/>
            <a:ext cx="240030" cy="466344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8420" y="697230"/>
            <a:ext cx="240030" cy="27432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800100"/>
            <a:ext cx="160020" cy="205740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69830" y="35433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92790" y="288036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32870" y="51435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89870" y="62865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32820" y="75438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72700" y="925830"/>
            <a:ext cx="91440" cy="9144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49940" y="937260"/>
            <a:ext cx="137160" cy="137160"/>
          </a:xfrm>
          <a:prstGeom prst="ellipse">
            <a:avLst/>
          </a:prstGeom>
          <a:solidFill>
            <a:srgbClr val="3B4B8C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234440"/>
            <a:ext cx="10911535" cy="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60020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 — core language; graph, hash, string-matching, and flow algorithms hand-built (no java.util for core logic)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DATA STRUCTURES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0" cy="3200400"/>
          </a:xfrm>
          <a:prstGeom prst="line">
            <a:avLst/>
          </a:prstGeom>
          <a:noFill/>
          <a:ln w="12700">
            <a:solidFill>
              <a:srgbClr val="D7D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78892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adjacency-list graph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hash tables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KMP &amp; Rabin-Karp (string search)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Wagner-Fischer edit distance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Dinic's / Edmonds-Karp max-flow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278892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IntelliJ IDEA / VS Code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JDK 17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&amp; GitHub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Analysis System  |  DSA-3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28532" y="3274466"/>
            <a:ext cx="1417320" cy="184252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5852" y="3274466"/>
            <a:ext cx="1133856" cy="467716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8532" y="3458718"/>
            <a:ext cx="566928" cy="566928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95460" y="4025646"/>
            <a:ext cx="1275588" cy="212598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5852" y="3274466"/>
            <a:ext cx="425196" cy="963778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4025646"/>
            <a:ext cx="425196" cy="566928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87584" y="4238244"/>
            <a:ext cx="283464" cy="425196"/>
          </a:xfrm>
          <a:prstGeom prst="line">
            <a:avLst/>
          </a:prstGeom>
          <a:noFill/>
          <a:ln w="952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9952" y="3390138"/>
            <a:ext cx="137160" cy="13716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200132" y="3228746"/>
            <a:ext cx="91440" cy="9144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33988" y="3696462"/>
            <a:ext cx="91440" cy="9144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3957066"/>
            <a:ext cx="137160" cy="13716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25328" y="4192524"/>
            <a:ext cx="91440" cy="9144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24544" y="4546854"/>
            <a:ext cx="91440" cy="9144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19004" y="4594860"/>
            <a:ext cx="137160" cy="13716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0080" y="1234440"/>
            <a:ext cx="10911535" cy="0"/>
          </a:xfrm>
          <a:prstGeom prst="line">
            <a:avLst/>
          </a:prstGeom>
          <a:noFill/>
          <a:ln w="12700">
            <a:solidFill>
              <a:srgbClr val="3B4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691640"/>
            <a:ext cx="9814255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functioning citation graph supporting BFS / DFS traversal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Ranked citation counts and automatic identification of top authors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Citation-trend reports generated from graph and hash-table data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demonstrable end-to-end search-and-analysis flow, start to finish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10545775" cy="1051560"/>
          </a:xfrm>
          <a:prstGeom prst="rect">
            <a:avLst/>
          </a:prstGeom>
          <a:solidFill>
            <a:srgbClr val="27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892040"/>
            <a:ext cx="100885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demonstrates how core DSA concepts — graphs, hashing, and flow — can solve a real academic research problem.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Analysis System  |  DSA-3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2026-08-19T16:33:32Z</dcterms:created>
  <dcterms:modified xsi:type="dcterms:W3CDTF">2026-08-19T16:33:32Z</dcterms:modified>
</cp:coreProperties>
</file>